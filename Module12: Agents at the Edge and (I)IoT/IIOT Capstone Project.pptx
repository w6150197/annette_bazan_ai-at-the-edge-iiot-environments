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685800" y="457200"/>
            <a:ext cx="7119625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AI-Powered Clinical Intelligence System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685800" y="1188719"/>
            <a:ext cx="293116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B4B4B4"/>
                </a:solidFill>
              </a:defRPr>
            </a:lvl1pPr>
          </a:lstStyle>
          <a:p>
            <a:pPr/>
            <a:r>
              <a:t>Autonomous ER Edge AI Agent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40" y="1828800"/>
            <a:ext cx="795527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DCDCDC"/>
                </a:solidFill>
              </a:defRPr>
            </a:lvl1pPr>
          </a:lstStyle>
          <a:p>
            <a:pPr/>
            <a:r>
              <a:t>Ali Zaidi • ITAI 3377 • April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685800" y="457200"/>
            <a:ext cx="4940385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Project Objective &amp; AI Role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777240" y="1828800"/>
            <a:ext cx="7955279" cy="471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The goal is to improve ER efficiency by reducing documentation workload.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 -Emergency rooms generate large volumes of real-time data.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AI extracts insights and converts them into structured outputs.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The system produces ER notes and real-time risk alerts.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685800" y="457200"/>
            <a:ext cx="3109873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Problem Context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777240" y="1828800"/>
            <a:ext cx="7955279" cy="256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Doctors must treat, monitor, and document simultaneously.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Documentation reduces time spent with patients.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High patient load increases cognitive pressure.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The bottleneck is time and information processing.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2"/>
          <p:cNvSpPr txBox="1"/>
          <p:nvPr/>
        </p:nvSpPr>
        <p:spPr>
          <a:xfrm>
            <a:off x="685800" y="457200"/>
            <a:ext cx="3390712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109" name="TextBox 3"/>
          <p:cNvSpPr txBox="1"/>
          <p:nvPr/>
        </p:nvSpPr>
        <p:spPr>
          <a:xfrm>
            <a:off x="777240" y="1828800"/>
            <a:ext cx="7955279" cy="256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An autonomous edge AI agent processes data locally.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It collects vitals, symptoms, and doctor input.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Generates structured ER notes automatically.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Detects high-risk patterns and triggers alerts.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2"/>
          <p:cNvSpPr txBox="1"/>
          <p:nvPr/>
        </p:nvSpPr>
        <p:spPr>
          <a:xfrm>
            <a:off x="685800" y="457200"/>
            <a:ext cx="3699382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685800" y="1188719"/>
            <a:ext cx="424986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B4B4B4"/>
                </a:solidFill>
              </a:defRPr>
            </a:lvl1pPr>
          </a:lstStyle>
          <a:p>
            <a:pPr/>
            <a:r>
              <a:t>Sensors → Edge → AI → Agent → Dashboard</a:t>
            </a:r>
          </a:p>
        </p:txBody>
      </p:sp>
      <p:sp>
        <p:nvSpPr>
          <p:cNvPr id="114" name="TextBox 4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IoT devices capture patient data.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Edge device processes data locally.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AI extracts and generates insights.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Agent evaluates risk and triggers alerts.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Dashboard displays results for doctors.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2"/>
          <p:cNvSpPr txBox="1"/>
          <p:nvPr/>
        </p:nvSpPr>
        <p:spPr>
          <a:xfrm>
            <a:off x="685800" y="457200"/>
            <a:ext cx="2341573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AI Workflow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Collect patient data in real time.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Extract symptoms using NLP.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Generate structured notes using AI.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Classify risk levels.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Trigger alerts and assist decisions.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685800" y="457200"/>
            <a:ext cx="4758219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AI Model &amp; Decision Logic</a:t>
            </a:r>
          </a:p>
        </p:txBody>
      </p:sp>
      <p:sp>
        <p:nvSpPr>
          <p:cNvPr id="122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NLP extracts symptoms and entities.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Generative AI creates clinical notes.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Risk model classifies severity.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Hybrid logic combines rules and AI.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Ensures reliability and interpretability.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"/>
          <p:cNvSpPr txBox="1"/>
          <p:nvPr/>
        </p:nvSpPr>
        <p:spPr>
          <a:xfrm>
            <a:off x="685800" y="457200"/>
            <a:ext cx="3866788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Security Architecture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TLS encryption protects data.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Role-based access controls visibility.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Device authentication prevents misuse.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Edge processing reduces exposure.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Security is built into system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2"/>
          <p:cNvSpPr txBox="1"/>
          <p:nvPr/>
        </p:nvSpPr>
        <p:spPr>
          <a:xfrm>
            <a:off x="685800" y="457200"/>
            <a:ext cx="405570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Ethical Considerations</a:t>
            </a:r>
          </a:p>
        </p:txBody>
      </p:sp>
      <p:sp>
        <p:nvSpPr>
          <p:cNvPr id="130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AI assists but does not replace doctors.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Outputs must be reviewed by humans.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Bias must be addressed in training.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Transparency builds trust.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Ethics is critical in healthcare AI.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685800" y="457200"/>
            <a:ext cx="2933190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Testing Strategy</a:t>
            </a:r>
          </a:p>
        </p:txBody>
      </p:sp>
      <p:sp>
        <p:nvSpPr>
          <p:cNvPr id="134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Performance testing measures latency.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Accuracy testing checks correctness.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Stress testing simulates load.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Security testing checks vulnerabilities.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Ensures reliability and safety.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685800" y="457200"/>
            <a:ext cx="4331479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Challenges &amp; Trade-offs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Edge devices have limited resources.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Balance speed and accuracy.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Adoption depends on trust.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Human oversight is required.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Design must ensure reliability.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"/>
          <p:cNvSpPr txBox="1"/>
          <p:nvPr/>
        </p:nvSpPr>
        <p:spPr>
          <a:xfrm>
            <a:off x="685800" y="457200"/>
            <a:ext cx="2227509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Key Insights</a:t>
            </a:r>
          </a:p>
        </p:txBody>
      </p:sp>
      <p:sp>
        <p:nvSpPr>
          <p:cNvPr id="142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AI reduces documentation burden.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Edge computing enables fast decisions.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Accuracy is critical for usefulness.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Human oversight remains essential.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Trust determines adoption.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685800" y="457200"/>
            <a:ext cx="2057150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777240" y="1828800"/>
            <a:ext cx="7955279" cy="328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AI can transform ER workflows.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Improves efficiency and safety.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 Enables faster decisions.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Provides scalable system design.</a:t>
            </a:r>
          </a:p>
          <a:p>
            <a:pPr>
              <a:lnSpc>
                <a:spcPct val="200000"/>
              </a:lnSpc>
              <a:defRPr sz="2500">
                <a:solidFill>
                  <a:srgbClr val="DCDCDC"/>
                </a:solidFill>
              </a:defRPr>
            </a:pPr>
            <a:r>
              <a:t>- Focus is intelligent assistance.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